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452F1CF-6FCA-7D5A-C34D-FAD3C4321A89}">
          <p14:sldIdLst/>
        </p14:section>
        <p14:section name="Default-1" id="{1D1149D8-9093-F55E-A3EA-D038B7DF346A}">
          <p14:sldIdLst>
            <p14:sldId id="256"/>
          </p14:sldIdLst>
        </p14:section>
        <p14:section name="Context" id="{1F581FE2-7086-F320-DC20-4A33C5FC6118}">
          <p14:sldIdLst>
            <p14:sldId id="257"/>
            <p14:sldId id="258"/>
            <p14:sldId id="259"/>
          </p14:sldIdLst>
        </p14:section>
        <p14:section name="Requirements" id="{7C839F8F-D9BC-AB48-A3D5-95852B8FECD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ngine Decomposition" id="{1E1E4931-3A12-DCCC-5B9E-1DCB9A0C4948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749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173736"/>
            <a:ext cx="1828800" cy="576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2024" y="896112"/>
            <a:ext cx="8302752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173736"/>
            <a:ext cx="1828800" cy="57607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 - AI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Dependency Aware Parallel Build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 1 — S1 Functional Requirements Engineering  |  Theme: System Software and Developer Tools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E1 Build Graph Engine   |   E2 Incremental Rebuild Engine   |   E3 Parallel Execution Engine   |   E4 Build Telemetry Engine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490808"/>
              </p:ext>
            </p:extLst>
          </p:nvPr>
        </p:nvGraphicFramePr>
        <p:xfrm>
          <a:off x="1828800" y="2697480"/>
          <a:ext cx="5486400" cy="19659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Sl. No.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 Owned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Sunayana Kamath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01fe24bci073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 Build Graph Engine 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Bachu Venkata Siva Jaideep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01fe24bci084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E2 Incremental Rebuild Engine 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Prathamesh Eedigi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01fe24bci006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 Parallel Execution Engine 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Nilaksha Nath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01fe24bci087</a:t>
                      </a: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E4 Build Telemetry Engine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695444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____________________ , Department of CSE-AI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Our Engine Sits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1517904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261872"/>
            <a:ext cx="1426464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CMakeLists.txt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written by the developer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37944" y="1755648"/>
            <a:ext cx="246888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84832" y="1234440"/>
            <a:ext cx="1517904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0552" y="1261872"/>
            <a:ext cx="1426464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CMake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generates build.ninja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02736" y="1755648"/>
            <a:ext cx="246888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9624" y="1234440"/>
            <a:ext cx="1517904" cy="1051560"/>
          </a:xfrm>
          <a:prstGeom prst="roundRect">
            <a:avLst>
              <a:gd name="adj" fmla="val 5217"/>
            </a:avLst>
          </a:prstGeom>
          <a:solidFill>
            <a:srgbClr val="E2EFDA"/>
          </a:solidFill>
          <a:ln w="22225">
            <a:solidFill>
              <a:srgbClr val="70AD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95344" y="1261872"/>
            <a:ext cx="1426464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Converter (E1)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build.ninja → YAML task 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67528" y="1755648"/>
            <a:ext cx="246888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14416" y="1234440"/>
            <a:ext cx="1517904" cy="1051560"/>
          </a:xfrm>
          <a:prstGeom prst="roundRect">
            <a:avLst>
              <a:gd name="adj" fmla="val 5217"/>
            </a:avLst>
          </a:prstGeom>
          <a:solidFill>
            <a:srgbClr val="FBE5D6"/>
          </a:solidFill>
          <a:ln w="22225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0136" y="1261872"/>
            <a:ext cx="1426464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engine (E1–E4)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orders, skips, runs tasks in parallel, reports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755648"/>
            <a:ext cx="246888" cy="914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79208" y="1234440"/>
            <a:ext cx="1517904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24928" y="1261872"/>
            <a:ext cx="1426464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GCC / Clang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compiles and links one command at a time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9624" y="932688"/>
            <a:ext cx="328269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PROJECT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9624" y="1188720"/>
            <a:ext cx="3282696" cy="0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606040"/>
            <a:ext cx="8503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670048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project is the execution layer of a build system, the same layer as Ninja and Make.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does not generate the build description (that is CMake's job) and does not compile code (that is GCC's and Clang's job).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decides three things for every build: in which order the tasks must run, which tasks can be skipped because nothing they depend on changed, and which tasks can run at the same time.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terms of "Build Systems à la Carte": a topological scheduler (order) combined with a verifying-trace rebuilder (content hashes decide what to skip).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Stakeholders and Needs (S0)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198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Stakeholder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 statement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command runs only after every file it reads has been produced.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tool refuses an input that cannot be built correctly and says exactly what is wrong.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developer does not wait for commands whose output cannot have changed.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command is skipped only if its output would be exactly the same, including header changes.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commands run at the same time, but never more than the machine can handle.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 failure, nothing new starts, running work finishes, and failures and missing outputs are reported.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developer sees what ran, what was skipped and how long each command took.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 / Release Engineer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pipeline knows success or failure, and which command failed, from the tool's result alone.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 = direct user. CI / Release Engineer = indirect stakeholder: an automated pipeline that runs builds without a person watching.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Decisions Behind the Requirements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743200" cy="4114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9768" y="1572768"/>
            <a:ext cx="2523744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CMake writes the build description (build.ninja). A converter turns it into our own YAML task file, so the engine works on its own simple format and can be tested with hand-written task files.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 scope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572768"/>
            <a:ext cx="2523744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and C++ projects only: the compile, link and archive commands that CMake produces. Header dependencies are read from the dependency file each compiler writes.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05156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051560"/>
            <a:ext cx="2743200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Failure policy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1572768"/>
            <a:ext cx="2523744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a command fails, no new commands start. Commands already running are allowed to finish and their results are kept, so the next build does not redo valid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(1/2)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3075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 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 (the system shall …)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Priority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Convert CMake's build.ninja into the YAML task file: expanded command, inputs, outputs, wait-for list and dependency-file path for every step. Stop and name any unsupported construct.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N1, N2, N4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 running anything, refuse a task file with a task without command or output, two tasks with the same output, or a needed file that nothing produces; name the task and reason.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 running anything, refuse a task file whose tasks form a cycle, and print the cycle's tasks in order.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N1, N2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Start a task only after every task it depends on has completed successfully or been skipped.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 ready tasks at the same time as separate OS processes, never more than the worker limit (default = number of CPU cores).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Capture each command's output; a task succeeds only if it exits with code 0 and every declared output exists.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N4, N6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 failure, start no new tasks, let running tasks finish and keep their results, and mark tasks never started as not run.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functional requirement is a behaviour of the system that can be tested as pass or fail. Each one traces to at least one need.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(2/2)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3075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 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 (the system shall …)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Priority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Skip a task only if its command, input contents (including recorded headers) and output contents are unchanged since its last success.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N3, N4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a compile succeeds, read the compiler's dependency file and record every header in it as an input of that task.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 skip information between runs, save it only after success, and run every task if it is missing or unreadable.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N3, N4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 each task as run, skipped, failed or not run, with its time, the total time and the error output of failed tasks.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N6, N7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F6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Exit with status 0 only if every task succeeded or was skipped, and write a machine-readable report naming every failed task.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F6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Allow tasks to be marked heavy, with a separate limit on how many heavy tasks run at once.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Challenge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 order-only dependencies exactly: wait for them, but do not rerun only because they changed.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Challenge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functional requirement is a behaviour of the system that can be tested as pass or fail. Each one traces to at least one need.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027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 ID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Measurable Target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Reliability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incremental build produces exactly the same outputs as a clean build.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 of 7 single-change experiments give output hashes identical to a clean build.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Reliability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Killing the engine mid-build never leads to wrong outputs on the next build.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random-moment kill -9 trials end with outputs identical to a clean build.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Reliability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 a failed command, the engine stops by itself, leaves no compiler processes and reports failure.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failure runs exit within 2 × clean-build time, leave no gcc/cc1 process, exit non-zero.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clean build is nearly as fast as Ninja on the same project.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of 5 timed runs ≤ 1.10 × Ninja's median (same machine, same worker count).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build with nothing changed finishes quickly and runs no command.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of 5 timed runs ≤ 1 s, with 0 commands run.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refusal names the task and the broken rule.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 of 6 faulty inputs give a message naming the task or construct and the rule.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Portability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engine works correctly with GCC and with Clang.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NFR-01 suite passes 7 of 7 with each compiler.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non-functional requirement is a quality (how correct, how fast, how usable) with a target that is measured. The test setup is on the next slide.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NFRs Are Measured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project and machine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3716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real CMake C project with at least 15 .c files and 2 shared headers (proposal: zlib), on one team laptop whose CPU, cores and RAM are recorded.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72968" y="10241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4408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tool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64408" y="13716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Ninja runs the same CMake output with the same worker count, so any time difference comes from our engine, not from the compiler.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5896" y="10241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17336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build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17336" y="13716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output and the saved state of both tools is deleted first, so every command runs.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Timed measurement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untimed warm-up run (files cached in memory), then 5 timed runs; the result is the median (3rd of 5 sorted), so up to 2 disturbed runs cannot change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72968" y="28529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64408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60 trials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64408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Timing-dependent errors appear only in some runs. If an error appears in 1 of 20 runs, 60 trials all miss it with probability 0.95⁶⁰ ≈ 5%.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5896" y="2852928"/>
            <a:ext cx="2724912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17336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change experiments (NFR-01)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17336" y="3200400"/>
            <a:ext cx="2560320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Edit a .c file; edit a shared header; touch only; change a flag and regenerate; delete a .o; corrupt a .o; revert an edit. Each compared with a clean build by SHA-256.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 / User Stories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Actor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Story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 Flow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Exception Flow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UC-01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 my CMake project for the first time with one command and get a working program.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Convert and check the task file; run tasks in order, independent ones in parallel; record headers; save records; report; exit 0.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Invalid input or cycle → UC-04. A command fails → UC-03.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UC-02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an edit, only the affected work runs again.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 command, inputs (with headers) and outputs to saved records; rerun changed tasks and their dependents; skip the rest.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Records missing or unreadable → run everything. Output deleted or edited → that task runs.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UC-03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failed build stops safely and says exactly what went wrong.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new starts; running tasks finish and are kept; report failed task, its error output and tasks not run; exit non-zero.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running tasks fail → both are reported.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UC-04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input that cannot be built correctly is refused before any work starts.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Conversion or checking finds a problem; nothing runs; the task or construct and the broken rule are printed.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Several problems → all reported in one run.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UC-05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 / Release Engineer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My pipeline knows from the result alone whether the build passed and which task failed.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Pipeline runs CMake and our tool; exit status 0 and the machine-readable report → continue.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Non-zero exit → read failed tasks from the report and mark the commit failed.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</a:t>
            </a:r>
            <a:endParaRPr lang="en-US" sz="2400" dirty="0"/>
          </a:p>
        </p:txBody>
      </p:sp>
      <p:pic>
        <p:nvPicPr>
          <p:cNvPr id="3" name="Image 0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440680" cy="34648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97880" y="1051560"/>
            <a:ext cx="2926080" cy="356616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0" y="1115568"/>
            <a:ext cx="2834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 starts UC-01 (first build) and UC-02 (incremental rebuild).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 / Release Engineer starts UC-05 (automated build).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UC-04 «extend» UC-01 and UC-02: refusal happens only when an input is invalid.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UC-03 «extend» UC-01 and UC-02: safe stop happens only when a command fails.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UC-05 «include» UC-01 and UC-02: the pipeline always runs a build.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Decomposition: Requirement Clusters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38328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Cluster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Responsibility Area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Common Technical Responsibility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 graph construction and validation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FR-01, FR-02, FR-03, FR-04, NFR-06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 the task graph from CMake's output, refuse invalid graphs before anything runs, and decide when each task may start.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 Build Graph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rebuild decisions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FR-08, FR-09, FR-10, FR-14, NFR-01, NFR-02, NFR-05, NFR-07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Decide whether each task can be skipped by comparing current contents with saved records, and keep those records correct.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 Incremental Rebuild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Parallel process execution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FR-05, FR-06, FR-07, FR-13, NFR-03, NFR-04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 tasks as OS processes within a worker limit, judge each result, and apply the stop policy on failure.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 Parallel Execution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 telemetry and result reporting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FR-11, FR-12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Collect what happened to every task and report it to the developer and the CI pipeline.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E4 Build Telemetry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requirements are grouped when they need the same data and the same algorithm. Requirement → Cluster → Technical Responsibility → Engine → Owner.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Decomposition: One Build, Four Engines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2EFDA"/>
          </a:solidFill>
          <a:ln w="22225">
            <a:solidFill>
              <a:srgbClr val="70A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AD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E1 Build Graph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owns: task graph, waiting counts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20440" y="18288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AE3F3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2044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Parallel Execution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owns: running processes, worker slots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0" y="18288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BE5D6"/>
          </a:solidFill>
          <a:ln w="22225">
            <a:solidFill>
              <a:srgbClr val="ED7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E2 Incremental Rebuild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owns: saved records (hashes)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37033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22225">
            <a:solidFill>
              <a:srgbClr val="BF8F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370332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E4 Build Telemetry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owns: event list, report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build.ninja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1325880"/>
            <a:ext cx="914" cy="502920"/>
          </a:xfrm>
          <a:prstGeom prst="line">
            <a:avLst/>
          </a:prstGeom>
          <a:noFill/>
          <a:ln w="19050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68880" y="2103120"/>
            <a:ext cx="1051560" cy="914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87168" y="184708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ready task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H="1">
            <a:off x="2468880" y="2450592"/>
            <a:ext cx="1051560" cy="914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87168" y="2487168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finished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23560" y="2103120"/>
            <a:ext cx="1051560" cy="914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577840" y="1828800"/>
            <a:ext cx="1143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skip? / save record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H="1">
            <a:off x="5623560" y="2450592"/>
            <a:ext cx="1051560" cy="914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623560" y="2487168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skip or run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914" cy="1005840"/>
          </a:xfrm>
          <a:prstGeom prst="line">
            <a:avLst/>
          </a:prstGeom>
          <a:noFill/>
          <a:ln w="1905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2697480"/>
            <a:ext cx="1051560" cy="1234440"/>
          </a:xfrm>
          <a:prstGeom prst="line">
            <a:avLst/>
          </a:prstGeom>
          <a:noFill/>
          <a:ln w="1905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5623560" y="2697480"/>
            <a:ext cx="1051560" cy="1234440"/>
          </a:xfrm>
          <a:prstGeom prst="line">
            <a:avLst/>
          </a:prstGeom>
          <a:noFill/>
          <a:ln w="1905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617720" y="3063240"/>
            <a:ext cx="731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+ exit status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28803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E1 checks the task file and releases a task when its waiting count reaches 0.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asks E2 "can this be skipped?"; if not, it runs the task in a free worker slot.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success E3 asks E2 to save the record; every event goes to E4.</a:t>
            </a:r>
            <a:endParaRPr lang="en-US" sz="9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8906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E1: Build Graph Engine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01752" y="932688"/>
            <a:ext cx="8503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AD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Requirements: FR-01, FR-02, FR-03, FR-04, NFR-06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25296"/>
            <a:ext cx="400507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0AD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 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CMake's build.ninja into the YAML task file, build and validate the task graph, and decide during the build when each task may start.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/ Outputs / State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In: build.ninja from CMake; "task finished" messages from E3.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Out: YAML task file; validated graph; ready tasks to E3; refusal messages.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owned: task list, dependency edges, waiting count of every task.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mechanism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35608"/>
            <a:ext cx="425196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Converter for the subset of Ninja syntax CMake produces: variable expansion, explicit / implicit / order-only edges, depfile paths.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YAML parsing; validation with a map from each output file to the task that produces it.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Cycle detection by depth-first search with three markings; the tasks still "in progress" are exactly the loop, so it can be printed in order. O(V+E).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Readiness by waiting counts (Kahn's method): a task is released when its count reaches 0.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30752"/>
          <a:ext cx="8503920" cy="1051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Failure / boundary case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 (how we prove it)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Unsupported build.ninja construct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Stop, name the construct, run nothing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Converted build's outputs = Ninja's (AT-FR-01)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Invalid task file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Refuse; name the task and the rule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 of 6 faulty inputs correct (NFR-06)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Cycle in the graph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Refuse; print the cycle in order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of 3 cycle fixtures (AT-FR-03)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E2: Incremental Rebuild Engine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01752" y="932688"/>
            <a:ext cx="8503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D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Requirements: FR-08, FR-09, FR-10, FR-14, NFR-01, NFR-02, NFR-05, NFR-07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25296"/>
            <a:ext cx="400507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D7D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 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Decide whether each task can be skipped by comparing current contents with the record saved after its last success, and keep those records correct between runs.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/ Outputs / State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In: skip requests and "task succeeded" messages from E3; compiler dependency files.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Out: skip or run answer to E3; saved records; skip events to E4.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owned: per-task record of hashes (command, inputs with headers, outputs); storage format fixed in S2.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mechanism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35608"/>
            <a:ext cx="425196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SHA-256 of the command text and of every input and output file's contents.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Skip only if every hash equals the saved record; any difference means the task runs.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the dependency file the compiler writes, so header edits are detected even though CMake does not list headers.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 saved only after success; missing or unreadable records mean "never built", so a crash can cause extra work but never a wrong skip.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118885"/>
              </p:ext>
            </p:extLst>
          </p:nvPr>
        </p:nvGraphicFramePr>
        <p:xfrm>
          <a:off x="320040" y="3760248"/>
          <a:ext cx="8503920" cy="1051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Failure / boundary case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 (how we prove it)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Records missing or unreadable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 every task as never built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 of 7 change experiments identical (NFR-01)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 killed mid-build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Interrupted task has no record → reruns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kill trials correct (NFR-02)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Nothing changed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task skipped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No-op build ≤ 1 s, 0 commands (NFR-05)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E3: Parallel Execution Engine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01752" y="932688"/>
            <a:ext cx="8503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Requirements: FR-05, FR-06, FR-07, FR-13, NFR-03, NFR-04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DAE3F3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25296"/>
            <a:ext cx="400507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7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 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tasks as operating-system processes within a worker limit, judge each result, and apply the stop policy when a task fails.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/ Outputs / State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In: ready tasks from E1; skip or run answers from E2.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Out: processes and captured output; "task finished" to E1; "task succeeded" to E2; events to E4.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owned: running processes, free worker slots, the "stop started" flag.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mechanism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35608"/>
            <a:ext cx="425196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asyncio starts processes and waits for whichever ends first.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Counting semaphore with N slots (N = worker limit, default = CPU cores): never more than N processes, so the CPU is not oversubscribed.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= exit code 0 and every declared output exists.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 policy: after a failure, no new starts; running tasks finish and are kept. Heavy-task semaphore is a Challenge (FR-13).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30752"/>
          <a:ext cx="8503920" cy="1051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Failure / boundary case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 (how we prove it)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Command fails or output missing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 failed; stop policy applied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clean stops (NFR-03)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Command cannot be started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Treated as a failed task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Reported correctly (AT-FR-06)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ready tasks than slots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Wait for a slot; never more than 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472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 build ≤ 1.10 × Ninja (NFR-04)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E4: Build Telemetry Engine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01752" y="932688"/>
            <a:ext cx="8503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Requirements: FR-11, FR-12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FF2CC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225296"/>
            <a:ext cx="4005072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6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Responsibility  </a:t>
            </a: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what happened to every task and report it to the developer and to the CI pipeline, without ever changing how the build runs.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130552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/ Outputs / State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2377440"/>
            <a:ext cx="4206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In: start, finish, skip, failure and refusal events from E1, E2 and E3.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Out: report on screen; machine-readable report file (format fixed in S2); exit status.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owned: event list of the current build.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mechanism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35608"/>
            <a:ext cx="425196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event is timestamped with a monotonic clock, so durations stay correct if the system clock changes.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task gets exactly one final status: run, skipped, failed or not run.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Exit status 0 only if every task succeeded or was skipped; the report names every failed task.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30752"/>
          <a:ext cx="8503920" cy="1051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Failure / boundary case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 (how we prove it)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Many events at the same moment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Each event stored once with its time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6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task has one status (AT-FR-11)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 file cannot be written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Print an error, exit non-zero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6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Exit status correct in every test (AT-FR-12)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task failed or was not run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Exit non-zero, name it in the report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F6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 parses and names it (AT-FR-12)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01752" y="27432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KPIs: How Each Engine Is Proven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3931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Measured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Refusal accuracy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 of 6 faulty inputs refused with task and rule named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NFR-06 faulty-input set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Conversion fidelity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Converted build's output hashes equal Ninja's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AT-FR-01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correctness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 of 7 change experiments identical to a clean build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NFR-01 experiments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Crash safety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kill trials end with correct outputs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NFR-02 trials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No-op build time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≤ 1 s with 0 commands run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NFR-05 timed measurement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Clean-build time vs Ninja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Median ≤ 1.10 × Ninja's median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NFR-04 timed measurement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 stop on failure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of 60 runs: no hang, no leftover process, non-zero exit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NFR-03 runs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 completeness and exit 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task has exactly one status; exit status correct in every run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AT-FR-11, AT-FR-12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 for what to measure: Ninja's author used no-op build time as his main benchmark; Bazel's benchmarks track wall time and compare clean with incremental builds.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 Gate 1 Build System">
  <a:themeElements>
    <a:clrScheme name="KLE Gate 1 Build System">
      <a:dk1>
        <a:srgbClr val="000000"/>
      </a:dk1>
      <a:lt1>
        <a:srgbClr val="FFFFFF"/>
      </a:lt1>
      <a:dk2>
        <a:srgbClr val="1F3864"/>
      </a:dk2>
      <a:lt2>
        <a:srgbClr val="F2F2F2"/>
      </a:lt2>
      <a:accent1>
        <a:srgbClr val="70AD47"/>
      </a:accent1>
      <a:accent2>
        <a:srgbClr val="ED7D31"/>
      </a:accent2>
      <a:accent3>
        <a:srgbClr val="4472C4"/>
      </a:accent3>
      <a:accent4>
        <a:srgbClr val="BF8F00"/>
      </a:accent4>
      <a:accent5>
        <a:srgbClr val="7F7F7F"/>
      </a:accent5>
      <a:accent6>
        <a:srgbClr val="C00000"/>
      </a:accent6>
      <a:hlink>
        <a:srgbClr val="0563C1"/>
      </a:hlink>
      <a:folHlink>
        <a:srgbClr val="954F72"/>
      </a:folHlink>
    </a:clrScheme>
    <a:fontScheme name="KLE Gate 1 Build System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3412</Words>
  <Application>Microsoft Office PowerPoint</Application>
  <PresentationFormat>On-screen Show (16:9)</PresentationFormat>
  <Paragraphs>465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Times New Roman</vt:lpstr>
      <vt:lpstr>KLE Gate 1 Build System</vt:lpstr>
      <vt:lpstr>PowerPoint Presentation</vt:lpstr>
      <vt:lpstr>Where Our Engine Sits</vt:lpstr>
      <vt:lpstr>Stakeholders and Needs (S0)</vt:lpstr>
      <vt:lpstr>Scope Decisions Behind the Requirements</vt:lpstr>
      <vt:lpstr>Functional Requirements (1/2)</vt:lpstr>
      <vt:lpstr>Functional Requirements (2/2)</vt:lpstr>
      <vt:lpstr>Non-Functional Requirements</vt:lpstr>
      <vt:lpstr>How the NFRs Are Measured</vt:lpstr>
      <vt:lpstr>Use Cases / User Stories</vt:lpstr>
      <vt:lpstr>Use Case Diagram</vt:lpstr>
      <vt:lpstr>Engine Decomposition: Requirement Clusters</vt:lpstr>
      <vt:lpstr>Engine Decomposition: One Build, Four Engines</vt:lpstr>
      <vt:lpstr>E1: Build Graph Engine</vt:lpstr>
      <vt:lpstr>E2: Incremental Rebuild Engine</vt:lpstr>
      <vt:lpstr>E3: Parallel Execution Engine</vt:lpstr>
      <vt:lpstr>E4: Build Telemetry Engine</vt:lpstr>
      <vt:lpstr>Engine KPIs: How Each Engine Is Proven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 Aware Parallel Build System - Gate 1 (S1)</dc:title>
  <dc:subject>PptxGenJS Presentation</dc:subject>
  <dc:creator>PptxGenJS</dc:creator>
  <cp:lastModifiedBy>Prathamesh Eedigi</cp:lastModifiedBy>
  <cp:revision>3</cp:revision>
  <dcterms:created xsi:type="dcterms:W3CDTF">2026-10-10T11:05:19Z</dcterms:created>
  <dcterms:modified xsi:type="dcterms:W3CDTF">2026-10-23T17:41:11Z</dcterms:modified>
</cp:coreProperties>
</file>